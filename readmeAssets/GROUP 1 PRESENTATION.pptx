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042cc36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042cc36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042cc366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042cc366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042cc3663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042cc366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250b0b4b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250b0b4b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42cc3663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42cc3663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b6d533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b6d533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b6d5331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b6d5331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42cc366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42cc366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b6d5331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b6d5331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250b0b4b7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250b0b4b7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042cc366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042cc366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50b0b4b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250b0b4b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17e57abc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17e57ab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50b0b4b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250b0b4b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7e57ab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17e57ab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250b0b4b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250b0b4b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17e57abc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17e57ab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250b0b4b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250b0b4b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250b0b4b7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250b0b4b7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042cc366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042cc366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250b0b4b7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250b0b4b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20d68713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20d68713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20d68713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20d68713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250b0b4b7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250b0b4b7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20d68713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20d68713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20d68713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20d6871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250b0b4b7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250b0b4b7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20d6871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20d6871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042cc3663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042cc3663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042cc3663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042cc3663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1.Adrian Osogo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2.Terrence Katua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3.Emmanuel Kanyiri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4.Innocent Ndeti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5.James Njao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Project Goal: </a:t>
            </a:r>
            <a:endParaRPr sz="3400"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Develop a java desktop application (Swing) that imports CSV admissions data into a normalized relational DB, performs analytics and displays results with visualizations.</a:t>
            </a:r>
            <a:endParaRPr sz="2000"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university application analyzes university admission data from 3 csv files: </a:t>
            </a:r>
            <a:endParaRPr sz="2000"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applicants.csv </a:t>
            </a:r>
            <a:endParaRPr sz="2000"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applications.csv </a:t>
            </a:r>
            <a:endParaRPr sz="2000"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exam_scores.csv</a:t>
            </a:r>
            <a:endParaRPr sz="2000"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Normalised data structure 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Code section 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/>
              <a:t>SQL code for creation of tables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/>
              <a:t>JDBC Code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/>
              <a:t>Jave code for running queries</a:t>
            </a:r>
            <a:endParaRPr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AutoNum type="romanLcPeriod"/>
            </a:pPr>
            <a:r>
              <a:rPr lang="en"/>
              <a:t>Tables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/>
              <a:t>Code for visualisations</a:t>
            </a:r>
            <a:endParaRPr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AutoNum type="romanLcPeriod"/>
            </a:pPr>
            <a:r>
              <a:rPr lang="en"/>
              <a:t>Charts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Summary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Challanges faced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ctrTitle"/>
          </p:nvPr>
        </p:nvSpPr>
        <p:spPr>
          <a:xfrm>
            <a:off x="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Normalised Data Structure</a:t>
            </a:r>
            <a:endParaRPr/>
          </a:p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 title="Screenshot 2025-11-11 0745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3796"/>
            <a:ext cx="9144001" cy="2208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Code for Creation of tables and columns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ctrTitle"/>
          </p:nvPr>
        </p:nvSpPr>
        <p:spPr>
          <a:xfrm>
            <a:off x="0" y="-2"/>
            <a:ext cx="8222100" cy="1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Applicants table.</a:t>
            </a:r>
            <a:endParaRPr sz="25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table keeps all the details about each applicant i.e name, birth date, gender, email, phone, and city.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Every applicant gets a unique  applicant ID so the system can identify them easily when linking to other tables like applications or exam scores.</a:t>
            </a:r>
            <a:r>
              <a:rPr lang="en" sz="2000"/>
              <a:t> 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742200" y="2143850"/>
            <a:ext cx="7479900" cy="213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TABLE applicants (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applicant_id varchar(50) NOT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first_name varchar(50) DEFAULT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last_name varchar(50) DEFAULT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dob datetime DEFAULT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gender char(1) DEFAULT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email varchar(50) DEFAULT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phone varchar(10) DEFAULT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city varchar(20) DEFAULT NULL,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PRIMARY KEY (applicant_id)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 ENGINE=InnoDB DEFAULT CHARSET=utf8mb4 COLLATE=utf8mb4_0900_ai_ci;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ctrTitle"/>
          </p:nvPr>
        </p:nvSpPr>
        <p:spPr>
          <a:xfrm>
            <a:off x="0" y="2"/>
            <a:ext cx="8222100" cy="1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0" y="214950"/>
            <a:ext cx="9144000" cy="45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	Applications Table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table stores every program an applicant has applied for.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links each application to the applicant’s ID, the program name, the year of admission, and whether they were accepted or not.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foreign key connection keeps all records properly linked back to the main applicants table.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573200" y="2328650"/>
            <a:ext cx="8222100" cy="25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TABLE applications (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application_id VARCHAR(50) NOT NULL,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applicant_id VARCHAR(50) DEFAULT NULL,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program VARCHAR(30) DEFAULT NULL,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admisson_year INT DEFAULT NULL,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status CHAR(20) DEFAULT NULL,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PRIMARY KEY (application_id),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KEY applicant_id (applicant_id),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CONSTRAINT applications_ibfk_1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FOREIGN KEY (applicant_id) REFERENCES applicants (applicant_id)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 ENGINE=InnoDB DEFAULT CHARSET=utf8mb4 COLLATE=utf8mb4_0900_ai_ci;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ctrTitle"/>
          </p:nvPr>
        </p:nvSpPr>
        <p:spPr>
          <a:xfrm>
            <a:off x="0" y="-2"/>
            <a:ext cx="8222100" cy="11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0" y="204725"/>
            <a:ext cx="9144000" cy="47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	Exam Scores table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exam_scores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table records applicants’ performance in various subjects.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Each entry is uniquely identified by a </a:t>
            </a:r>
            <a:r>
              <a:rPr b="1" lang="en" sz="1600">
                <a:latin typeface="Roboto Mono"/>
                <a:ea typeface="Roboto Mono"/>
                <a:cs typeface="Roboto Mono"/>
                <a:sym typeface="Roboto Mono"/>
              </a:rPr>
              <a:t>score_id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primary key, with a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foreign key (</a:t>
            </a:r>
            <a:r>
              <a:rPr b="1" lang="en" sz="1600">
                <a:latin typeface="Roboto Mono"/>
                <a:ea typeface="Roboto Mono"/>
                <a:cs typeface="Roboto Mono"/>
                <a:sym typeface="Roboto Mono"/>
              </a:rPr>
              <a:t>applicant_id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linking each score to its corresponding record in the 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applicants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table.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The table captures subject name and the numeric score, facilitating computation of average scores and comparative analysis across programs.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603925" y="2354250"/>
            <a:ext cx="7799700" cy="236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TABLE exam_scores (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score_id varchar(50) NOT NULL,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applicant_id varchar(50) DEFAULT NULL,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subject varchar(10) DEFAULT NULL,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score int DEFAULT NULL,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PRIMARY KEY (score_id),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KEY applicant_id (applicant_id),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CONSTRAINT exam_scores_ibfk_1 FOREIGN KEY (applicant_id) REFERENCES applicants (applicant_id)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 ENGINE=InnoDB DEFAULT CHARSET=utf8mb4 COLLATE=utf8mb4_0900_ai_ci;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B. JDBC Code </a:t>
            </a:r>
            <a:endParaRPr sz="30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University’s </a:t>
            </a:r>
            <a:r>
              <a:rPr lang="en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Admission</a:t>
            </a:r>
            <a:r>
              <a:rPr lang="en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system uses </a:t>
            </a:r>
            <a:r>
              <a:rPr b="1" lang="en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JDBC (Java Database Connectivity)</a:t>
            </a:r>
            <a:r>
              <a:rPr lang="en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to establish a secure and dynamic link between the Java application and the database.</a:t>
            </a:r>
            <a:endParaRPr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The system loads the appropriate database driver using </a:t>
            </a:r>
            <a:r>
              <a:rPr lang="en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Class.forName()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and establishes a connection through </a:t>
            </a:r>
            <a:r>
              <a:rPr lang="en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DriverManager.getConnection()</a:t>
            </a:r>
            <a:r>
              <a:rPr lang="en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If something goes wrong — like a missing driver or wrong password — the system shows a clear error message instead of crashing through exception handling mechanisms such as  </a:t>
            </a:r>
            <a:r>
              <a:rPr lang="en">
                <a:solidFill>
                  <a:schemeClr val="accent3"/>
                </a:solidFill>
              </a:rPr>
              <a:t>catch (ClassNotFoundException cnfe)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1832200" y="286600"/>
            <a:ext cx="73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351850" y="748300"/>
            <a:ext cx="8352300" cy="38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try {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Class.forName(driverClass);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conn = DriverManager.getConnection(url, user, password);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} catch (ClassNotFoundException cnfe) {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JOptionPane.showMessageDialog(null, "JDBC Driver not found: " + driverClass + "\nPlease add the JDBC driver JAR to the classpath.", "Driver Error", JOptionPane.ERROR_MESSAGE);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return;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} catch (SQLException sqle) {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JOptionPane.showMessageDialog(null, "Failed to connect: " + sqle.getMessage(), "Connection Error", JOptionPane.ERROR_MESSAGE);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return;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}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for running queries</a:t>
            </a:r>
            <a:endParaRPr/>
          </a:p>
        </p:txBody>
      </p:sp>
      <p:sp>
        <p:nvSpPr>
          <p:cNvPr id="149" name="Google Shape;149;p2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Acceptance rates per program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code below finds out what percentage of applicants were accepted into each program. It runs a database query and returns results so they can be displayed in a bar chart.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1156650" y="2144400"/>
            <a:ext cx="6771000" cy="23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String query = "SELECT b.program,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"COUNT(CASE WHEN b.status='Accepted' THEN 1 END)*100.0/COUNT(b.application_id) AS acceptanceRate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"FROM applicants AS a LEFT JOIN applications AS b ON a.applicant_id=b.applicant_id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"GROUP BY b.program";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ResultSet rs = stmt.executeQuery(query);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 title="Acceptance Rate(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idx="1" type="subTitle"/>
          </p:nvPr>
        </p:nvSpPr>
        <p:spPr>
          <a:xfrm>
            <a:off x="0" y="76775"/>
            <a:ext cx="9144000" cy="51435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	Average exam score per program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The following query computes the mean examination score for each program by joining the exam_score and applications tables. The result set enables comparative performance analysis across programs.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 txBox="1"/>
          <p:nvPr/>
        </p:nvSpPr>
        <p:spPr>
          <a:xfrm>
            <a:off x="1202700" y="2113700"/>
            <a:ext cx="6725100" cy="244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ResultSet rs = stmt.executeQuery(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"SELECT b.program, AVG(score) as avg_score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"FROM exam_scores e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"JOIN applications b ON e.applicant_id = b.applicant_id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"GROUP BY b.program"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 title="Average scor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66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idx="1" type="subTitle"/>
          </p:nvPr>
        </p:nvSpPr>
        <p:spPr>
          <a:xfrm>
            <a:off x="0" y="7677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	Distribution of applicants by city and gender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The query groups applicant records by both city and gender to illustrate       demographic distribution. Executed through JDBC, the results populate a Swing table model to visualize regional and gender-based applicant trends.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1202700" y="1914100"/>
            <a:ext cx="6602100" cy="244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try (Statement stmt = connection.createStatement()) {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ResultSet rs = stmt.executeQuery(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"SELECT gender, COUNT(*) as count FROM applicants GROUP BY gender"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while (rs.next()) {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dataset.setValue(rs.getString("gender"), rs.getInt("count"));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}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9" title="Screenshot 2025-11-11 1234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150" y="952406"/>
            <a:ext cx="8162925" cy="20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0" y="7677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	Top 10 applicants by average exam score 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This query ranks applicants based on their mean examination scores         and returns the top ten performers. </a:t>
            </a:r>
            <a:endParaRPr/>
          </a:p>
        </p:txBody>
      </p:sp>
      <p:sp>
        <p:nvSpPr>
          <p:cNvPr id="188" name="Google Shape;188;p30"/>
          <p:cNvSpPr txBox="1"/>
          <p:nvPr/>
        </p:nvSpPr>
        <p:spPr>
          <a:xfrm>
            <a:off x="1393800" y="1530250"/>
            <a:ext cx="6356400" cy="294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try (Statement stmt = connection.createStatement()) {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ResultSet rs = stmt.executeQuery(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"SELECT b.program, AVG(score) as avg_score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"FROM exam_scores e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"JOIN applications b ON e.applicant_id = b.applicant_id " +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"GROUP BY b.program"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);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1" title="Screenshot 2025-11-11 1233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1050"/>
            <a:ext cx="8539725" cy="32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for Charts and Outputs</a:t>
            </a:r>
            <a:endParaRPr/>
          </a:p>
        </p:txBody>
      </p:sp>
      <p:sp>
        <p:nvSpPr>
          <p:cNvPr id="199" name="Google Shape;199;p3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BAR CHART (Exam Scores)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private JPanel createExamScoresHistogram() throws SQLException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JPanel panel = new JPanel(new BorderLayout());​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List&lt;Double&gt; scores = new ArrayList&lt;&gt;();​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try (Statement stmt = connection.createStatement())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ResultSet rs = stmt.executeQuery("SELECT score FROM exam_scores");​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while (rs.next())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scores.add(rs.getDouble("score"));​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85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idx="1" type="subTitle"/>
          </p:nvPr>
        </p:nvSpPr>
        <p:spPr>
          <a:xfrm>
            <a:off x="0" y="1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double[] scoreArray = scores.stream().mapToDouble(d -&gt; d).toArray();​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HistogramDataset dataset = new HistogramDataset();​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dataset.addSeries("Scores", scoreArray, 20);​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JFreeChart chart = ChartFactory.createHistogram(​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"Distribution of Exam Scores",​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"Score",​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"Frequency",​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PlotOrientation.VERTICAL,​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true, true, false​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ChartPanel chartPanel = new ChartPanel(chart);​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panel.add(chartPanel);​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return panel;​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ctrTitle"/>
          </p:nvPr>
        </p:nvSpPr>
        <p:spPr>
          <a:xfrm>
            <a:off x="0" y="0"/>
            <a:ext cx="91440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</a:t>
            </a:r>
            <a:endParaRPr/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pic>
        <p:nvPicPr>
          <p:cNvPr descr="A graph showing a number of test scores"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1750"/>
            <a:ext cx="7981950" cy="384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5"/>
          <p:cNvSpPr txBox="1"/>
          <p:nvPr/>
        </p:nvSpPr>
        <p:spPr>
          <a:xfrm>
            <a:off x="152400" y="1434510"/>
            <a:ext cx="3000000" cy="26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ctrTitle"/>
          </p:nvPr>
        </p:nvSpPr>
        <p:spPr>
          <a:xfrm>
            <a:off x="0" y="0"/>
            <a:ext cx="91440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	Histogram (Acceptance rate)</a:t>
            </a:r>
            <a:endParaRPr/>
          </a:p>
        </p:txBody>
      </p:sp>
      <p:sp>
        <p:nvSpPr>
          <p:cNvPr id="223" name="Google Shape;223;p36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private JPanel createAcceptanceRatesChart() throws SQLException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JPanel panel = new JPanel(new BorderLayout());​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DefaultCategoryDataset dataset = new DefaultCategoryDataset();​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try (Statement stmt = connection.createStatement())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String query = "SELECT b.program, " +​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"COUNT(CASE WHEN b.status='Accepted' THEN 1 END)*100.0/COUNT(b.application_id) AS acceptanceRate " +​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"FROM applicants AS a LEFT JOIN applications AS b ON a.applicant_id=b.applicant_id " +​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"GROUP BY b.program";​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ResultSet rs = stmt.executeQuery(query);​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7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while (rs.next())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dataset.addValue(rs.getDouble("acceptanceRate"),​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"Acceptance Rate",​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rs.getString("program"));​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JFreeChart chart = ChartFactory.createBarChart(​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"Acceptance Rate per Program",​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"Program",​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"Acceptance Rate (%)",​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PlotOrientation.VERTICAL,​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true, true, false​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ChartPanel chartPanel = new ChartPanel(chart);​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panel.add(chartPanel);​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return panel;​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ctrTitle"/>
          </p:nvPr>
        </p:nvSpPr>
        <p:spPr>
          <a:xfrm>
            <a:off x="0" y="0"/>
            <a:ext cx="91440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</a:t>
            </a:r>
            <a:endParaRPr/>
          </a:p>
        </p:txBody>
      </p:sp>
      <p:sp>
        <p:nvSpPr>
          <p:cNvPr id="234" name="Google Shape;234;p38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pic>
        <p:nvPicPr>
          <p:cNvPr descr="A screenshot of a graph"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0125"/>
            <a:ext cx="7787950" cy="37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8"/>
          <p:cNvSpPr txBox="1"/>
          <p:nvPr/>
        </p:nvSpPr>
        <p:spPr>
          <a:xfrm>
            <a:off x="129799" y="1438258"/>
            <a:ext cx="2555100" cy="23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ctrTitle"/>
          </p:nvPr>
        </p:nvSpPr>
        <p:spPr>
          <a:xfrm>
            <a:off x="0" y="0"/>
            <a:ext cx="91440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	Pie chart (Gender Distribution)</a:t>
            </a:r>
            <a:endParaRPr/>
          </a:p>
        </p:txBody>
      </p:sp>
      <p:sp>
        <p:nvSpPr>
          <p:cNvPr id="242" name="Google Shape;242;p39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Code: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private JPanel createGenderDistributionChart() throws SQLException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JPanel panel = new JPanel(new BorderLayout());​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DefaultPieDataset dataset = new DefaultPieDataset();​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try (Statement stmt = connection.createStatement())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ResultSet rs = stmt.executeQuery(​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"SELECT gender, COUNT(*) as count FROM applicants GROUP BY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gender"​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while (rs.next()) {​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dataset.setValue(rs.getString("gender"), rs.getInt("count"));​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200">
              <a:solidFill>
                <a:srgbClr val="000000"/>
              </a:solidFill>
              <a:highlight>
                <a:srgbClr val="F5F5F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idx="1" type="subTitle"/>
          </p:nvPr>
        </p:nvSpPr>
        <p:spPr>
          <a:xfrm>
            <a:off x="0" y="1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JFreeChart chart = ChartFactory.createPieChart(​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"Gender Distribution",​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true, true, false​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PiePlot plot = (PiePlot) chart.getPlot();​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plot.setLabelGenerator(new StandardPieSectionLabelGenerator(​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"{0}: {1} ({2})",​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new DecimalFormat("0"),​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new DecimalFormat("0.0%")​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ChartPanel chartPanel = new ChartPanel(chart);​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panel.add(chartPanel);​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return panel;​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}​</a:t>
            </a:r>
            <a:endParaRPr sz="1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ctrTitle"/>
          </p:nvPr>
        </p:nvSpPr>
        <p:spPr>
          <a:xfrm>
            <a:off x="0" y="0"/>
            <a:ext cx="91440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 chart</a:t>
            </a:r>
            <a:endParaRPr/>
          </a:p>
        </p:txBody>
      </p:sp>
      <p:sp>
        <p:nvSpPr>
          <p:cNvPr id="253" name="Google Shape;253;p41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200">
              <a:solidFill>
                <a:srgbClr val="000000"/>
              </a:solidFill>
              <a:highlight>
                <a:srgbClr val="F5F5F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creen shot of a graph&#10;&#10;AI-generated content may be incorrect." id="254" name="Google Shape;2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27100"/>
            <a:ext cx="6798384" cy="37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1"/>
          <p:cNvSpPr txBox="1"/>
          <p:nvPr/>
        </p:nvSpPr>
        <p:spPr>
          <a:xfrm>
            <a:off x="113307" y="1340406"/>
            <a:ext cx="22305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975" lIns="67975" spcFirstLastPara="1" rIns="67975" wrap="square" tIns="67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0"/>
              <a:t> </a:t>
            </a:r>
            <a:endParaRPr sz="104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ctrTitle"/>
          </p:nvPr>
        </p:nvSpPr>
        <p:spPr>
          <a:xfrm>
            <a:off x="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61" name="Google Shape;261;p42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/>
              <a:t>Findings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/>
              <a:t>Insights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ctrTitle"/>
          </p:nvPr>
        </p:nvSpPr>
        <p:spPr>
          <a:xfrm>
            <a:off x="0" y="0"/>
            <a:ext cx="91440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r>
              <a:rPr lang="en"/>
              <a:t> faced</a:t>
            </a:r>
            <a:endParaRPr/>
          </a:p>
        </p:txBody>
      </p:sp>
      <p:sp>
        <p:nvSpPr>
          <p:cNvPr id="267" name="Google Shape;267;p43"/>
          <p:cNvSpPr txBox="1"/>
          <p:nvPr>
            <p:ph idx="1" type="subTitle"/>
          </p:nvPr>
        </p:nvSpPr>
        <p:spPr>
          <a:xfrm>
            <a:off x="0" y="838800"/>
            <a:ext cx="9144000" cy="4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